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715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3409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525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4067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523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385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2940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04598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819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0511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546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3044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67380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72236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59472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567138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54763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0B85F7B-6D8B-4184-B44B-E5C5D9F283E2}" type="datetimeFigureOut">
              <a:rPr lang="en-ID" smtClean="0"/>
              <a:t>08/04/2026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9F5EF-D4B8-4BA5-A0F3-3684FF0FE29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2197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5DC1B-BD85-47A7-997D-041313DCB7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 Jaringan 4IA24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7A77B-977E-40B3-9702-2743BC833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PJ : Aditya Rizky Fajriansyah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14405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BC109-B184-4190-A493-F56A60069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itu Socket Programming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945B-18A0-4611-B303-5E6FE507B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i="1" dirty="0"/>
              <a:t>Socket programming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mengirim</a:t>
            </a:r>
            <a:r>
              <a:rPr lang="en-ID" dirty="0"/>
              <a:t> dan </a:t>
            </a:r>
            <a:r>
              <a:rPr lang="en-ID" dirty="0" err="1"/>
              <a:t>menerima</a:t>
            </a:r>
            <a:r>
              <a:rPr lang="en-ID" dirty="0"/>
              <a:t> data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jaringan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protokol</a:t>
            </a:r>
            <a:r>
              <a:rPr lang="en-ID" dirty="0"/>
              <a:t> TCP/UDP. Teknik </a:t>
            </a:r>
            <a:r>
              <a:rPr lang="en-ID" i="1" dirty="0"/>
              <a:t>socket programming</a:t>
            </a:r>
            <a:r>
              <a:rPr lang="en-ID" dirty="0"/>
              <a:t> pada </a:t>
            </a:r>
            <a:r>
              <a:rPr lang="en-ID" dirty="0" err="1"/>
              <a:t>protokol</a:t>
            </a:r>
            <a:r>
              <a:rPr lang="en-ID" dirty="0"/>
              <a:t> TCP dan UDP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mengirimkan</a:t>
            </a:r>
            <a:r>
              <a:rPr lang="en-ID" dirty="0"/>
              <a:t> data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i="1" dirty="0"/>
              <a:t>client-server</a:t>
            </a:r>
            <a:r>
              <a:rPr lang="en-ID" dirty="0"/>
              <a:t>. Anda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menganggap</a:t>
            </a:r>
            <a:r>
              <a:rPr lang="en-ID" dirty="0"/>
              <a:t> </a:t>
            </a:r>
            <a:r>
              <a:rPr lang="en-ID" i="1" dirty="0"/>
              <a:t>socket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"</a:t>
            </a:r>
            <a:r>
              <a:rPr lang="en-ID" dirty="0" err="1"/>
              <a:t>pintu</a:t>
            </a:r>
            <a:r>
              <a:rPr lang="en-ID" dirty="0"/>
              <a:t> </a:t>
            </a:r>
            <a:r>
              <a:rPr lang="en-ID" dirty="0" err="1"/>
              <a:t>gerbang</a:t>
            </a:r>
            <a:r>
              <a:rPr lang="en-ID" dirty="0"/>
              <a:t>" pada </a:t>
            </a:r>
            <a:r>
              <a:rPr lang="en-ID" dirty="0" err="1"/>
              <a:t>komputer</a:t>
            </a:r>
            <a:r>
              <a:rPr lang="en-ID" dirty="0"/>
              <a:t>.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dirty="0" err="1"/>
              <a:t>gerbang</a:t>
            </a:r>
            <a:r>
              <a:rPr lang="en-ID" dirty="0"/>
              <a:t> </a:t>
            </a:r>
            <a:r>
              <a:rPr lang="en-ID" dirty="0" err="1"/>
              <a:t>inilah</a:t>
            </a:r>
            <a:r>
              <a:rPr lang="en-ID" dirty="0"/>
              <a:t>, </a:t>
            </a:r>
            <a:r>
              <a:rPr lang="en-ID" dirty="0" err="1"/>
              <a:t>aplikasi</a:t>
            </a:r>
            <a:r>
              <a:rPr lang="en-ID" dirty="0"/>
              <a:t> yang </a:t>
            </a:r>
            <a:r>
              <a:rPr lang="en-ID" dirty="0" err="1"/>
              <a:t>bertindak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i="1" dirty="0"/>
              <a:t>client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mengirimkan</a:t>
            </a:r>
            <a:r>
              <a:rPr lang="en-ID" dirty="0"/>
              <a:t> </a:t>
            </a:r>
            <a:r>
              <a:rPr lang="en-ID" dirty="0" err="1"/>
              <a:t>permintaan</a:t>
            </a:r>
            <a:r>
              <a:rPr lang="en-ID" dirty="0"/>
              <a:t>, dan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i="1" dirty="0"/>
              <a:t>server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jawaban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data </a:t>
            </a:r>
            <a:r>
              <a:rPr lang="en-ID" dirty="0" err="1"/>
              <a:t>balasan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9509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305E-B7E6-46CB-8A0C-E6B7C551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Transmission Control Protocol (TCP)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9FB72-AEC8-4F9A-A730-2E75D585C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mengirimkan</a:t>
            </a:r>
            <a:r>
              <a:rPr lang="en-ID" dirty="0"/>
              <a:t> data </a:t>
            </a:r>
            <a:r>
              <a:rPr lang="en-ID" dirty="0" err="1"/>
              <a:t>melalui</a:t>
            </a:r>
            <a:r>
              <a:rPr lang="en-ID" dirty="0"/>
              <a:t> </a:t>
            </a:r>
            <a:r>
              <a:rPr lang="en-ID" i="1" dirty="0"/>
              <a:t>socket</a:t>
            </a:r>
            <a:r>
              <a:rPr lang="en-ID" dirty="0"/>
              <a:t> </a:t>
            </a:r>
            <a:r>
              <a:rPr lang="en-ID" dirty="0" err="1"/>
              <a:t>tadi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aturan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jalur</a:t>
            </a:r>
            <a:r>
              <a:rPr lang="en-ID" dirty="0"/>
              <a:t> yang </a:t>
            </a:r>
            <a:r>
              <a:rPr lang="en-ID" dirty="0" err="1"/>
              <a:t>pertama</a:t>
            </a:r>
            <a:r>
              <a:rPr lang="en-ID" dirty="0"/>
              <a:t>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TCP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/>
              <a:t>Transmission Control Protocol</a:t>
            </a:r>
            <a:r>
              <a:rPr lang="en-ID" dirty="0"/>
              <a:t>.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protokol</a:t>
            </a:r>
            <a:r>
              <a:rPr lang="en-ID" dirty="0"/>
              <a:t> TCP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ia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data yang </a:t>
            </a:r>
            <a:r>
              <a:rPr lang="en-ID" dirty="0" err="1"/>
              <a:t>handal</a:t>
            </a:r>
            <a:r>
              <a:rPr lang="en-ID" dirty="0"/>
              <a:t>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data yang </a:t>
            </a:r>
            <a:r>
              <a:rPr lang="en-ID" dirty="0" err="1"/>
              <a:t>tepat</a:t>
            </a:r>
            <a:r>
              <a:rPr lang="en-ID" dirty="0"/>
              <a:t> pada </a:t>
            </a:r>
            <a:r>
              <a:rPr lang="en-ID" dirty="0" err="1"/>
              <a:t>urutan</a:t>
            </a:r>
            <a:r>
              <a:rPr lang="en-ID" dirty="0"/>
              <a:t> yang </a:t>
            </a:r>
            <a:r>
              <a:rPr lang="en-ID" dirty="0" err="1"/>
              <a:t>benar</a:t>
            </a:r>
            <a:r>
              <a:rPr lang="en-ID" dirty="0"/>
              <a:t>. </a:t>
            </a:r>
            <a:r>
              <a:rPr lang="en-ID" dirty="0" err="1"/>
              <a:t>Ibaratnya</a:t>
            </a:r>
            <a:r>
              <a:rPr lang="en-ID" dirty="0"/>
              <a:t>, TCP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jasa</a:t>
            </a:r>
            <a:r>
              <a:rPr lang="en-ID" dirty="0"/>
              <a:t> </a:t>
            </a:r>
            <a:r>
              <a:rPr lang="en-ID" dirty="0" err="1"/>
              <a:t>kurir</a:t>
            </a:r>
            <a:r>
              <a:rPr lang="en-ID" dirty="0"/>
              <a:t> yang </a:t>
            </a:r>
            <a:r>
              <a:rPr lang="en-ID" dirty="0" err="1"/>
              <a:t>sangat</a:t>
            </a:r>
            <a:r>
              <a:rPr lang="en-ID" dirty="0"/>
              <a:t> </a:t>
            </a:r>
            <a:r>
              <a:rPr lang="en-ID" dirty="0" err="1"/>
              <a:t>teliti</a:t>
            </a:r>
            <a:r>
              <a:rPr lang="en-ID" dirty="0"/>
              <a:t>; </a:t>
            </a:r>
            <a:r>
              <a:rPr lang="en-ID" dirty="0" err="1"/>
              <a:t>kurir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bagian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data Anda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ada</a:t>
            </a:r>
            <a:r>
              <a:rPr lang="en-ID" dirty="0"/>
              <a:t> yang </a:t>
            </a:r>
            <a:r>
              <a:rPr lang="en-ID" dirty="0" err="1"/>
              <a:t>tercecer</a:t>
            </a:r>
            <a:r>
              <a:rPr lang="en-ID" dirty="0"/>
              <a:t> di </a:t>
            </a:r>
            <a:r>
              <a:rPr lang="en-ID" dirty="0" err="1"/>
              <a:t>jalan</a:t>
            </a:r>
            <a:r>
              <a:rPr lang="en-ID" dirty="0"/>
              <a:t> dan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dirakit</a:t>
            </a:r>
            <a:r>
              <a:rPr lang="en-ID" dirty="0"/>
              <a:t> </a:t>
            </a:r>
            <a:r>
              <a:rPr lang="en-ID" dirty="0" err="1"/>
              <a:t>kembali</a:t>
            </a:r>
            <a:r>
              <a:rPr lang="en-ID" dirty="0"/>
              <a:t> di </a:t>
            </a:r>
            <a:r>
              <a:rPr lang="en-ID" dirty="0" err="1"/>
              <a:t>tempat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sesuai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</a:t>
            </a:r>
            <a:r>
              <a:rPr lang="en-ID" dirty="0" err="1"/>
              <a:t>aslinya</a:t>
            </a:r>
            <a:r>
              <a:rPr lang="en-ID" dirty="0"/>
              <a:t>.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mencapai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keakuratan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, TCP </a:t>
            </a:r>
            <a:r>
              <a:rPr lang="en-ID" dirty="0" err="1"/>
              <a:t>memerlukan</a:t>
            </a:r>
            <a:r>
              <a:rPr lang="en-ID" dirty="0"/>
              <a:t> proses </a:t>
            </a:r>
            <a:r>
              <a:rPr lang="en-ID" dirty="0" err="1"/>
              <a:t>koneksi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yang </a:t>
            </a:r>
            <a:r>
              <a:rPr lang="en-ID" dirty="0" err="1"/>
              <a:t>kokoh</a:t>
            </a:r>
            <a:r>
              <a:rPr lang="en-ID" dirty="0"/>
              <a:t> </a:t>
            </a:r>
            <a:r>
              <a:rPr lang="en-ID" dirty="0" err="1"/>
              <a:t>sebelum</a:t>
            </a:r>
            <a:r>
              <a:rPr lang="en-ID" dirty="0"/>
              <a:t> </a:t>
            </a:r>
            <a:r>
              <a:rPr lang="en-ID" dirty="0" err="1"/>
              <a:t>percakapan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benar-benar</a:t>
            </a:r>
            <a:r>
              <a:rPr lang="en-ID" dirty="0"/>
              <a:t> </a:t>
            </a:r>
            <a:r>
              <a:rPr lang="en-ID" dirty="0" err="1"/>
              <a:t>dimulai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517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034D-A244-40DD-A4B4-09DC954F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Datagram Protocol (UDP)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BCA18-DBDA-4A74-A22C-922395DDE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D" dirty="0" err="1"/>
              <a:t>Jalur</a:t>
            </a:r>
            <a:r>
              <a:rPr lang="en-ID" dirty="0"/>
              <a:t> </a:t>
            </a:r>
            <a:r>
              <a:rPr lang="en-ID" dirty="0" err="1"/>
              <a:t>komunikasi</a:t>
            </a:r>
            <a:r>
              <a:rPr lang="en-ID" dirty="0"/>
              <a:t> yang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UDP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i="1" dirty="0"/>
              <a:t>User Datagram Protocol</a:t>
            </a:r>
            <a:r>
              <a:rPr lang="en-ID" dirty="0"/>
              <a:t>. </a:t>
            </a:r>
            <a:r>
              <a:rPr lang="en-ID" dirty="0" err="1"/>
              <a:t>Berkebalikan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sebelumnya</a:t>
            </a:r>
            <a:r>
              <a:rPr lang="en-ID" dirty="0"/>
              <a:t>, </a:t>
            </a:r>
            <a:r>
              <a:rPr lang="en-ID" dirty="0" err="1"/>
              <a:t>protokol</a:t>
            </a:r>
            <a:r>
              <a:rPr lang="en-ID" dirty="0"/>
              <a:t> UDP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menjamin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data yang </a:t>
            </a:r>
            <a:r>
              <a:rPr lang="en-ID" dirty="0" err="1"/>
              <a:t>handal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beberapa</a:t>
            </a:r>
            <a:r>
              <a:rPr lang="en-ID" dirty="0"/>
              <a:t> </a:t>
            </a:r>
            <a:r>
              <a:rPr lang="en-ID" dirty="0" err="1"/>
              <a:t>paket</a:t>
            </a:r>
            <a:r>
              <a:rPr lang="en-ID" dirty="0"/>
              <a:t> data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hilang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tiba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urutan</a:t>
            </a:r>
            <a:r>
              <a:rPr lang="en-ID" dirty="0"/>
              <a:t> yang salah. Cara </a:t>
            </a:r>
            <a:r>
              <a:rPr lang="en-ID" dirty="0" err="1"/>
              <a:t>kerja</a:t>
            </a:r>
            <a:r>
              <a:rPr lang="en-ID" dirty="0"/>
              <a:t> UDP </a:t>
            </a:r>
            <a:r>
              <a:rPr lang="en-ID" dirty="0" err="1"/>
              <a:t>menyerupai</a:t>
            </a:r>
            <a:r>
              <a:rPr lang="en-ID" dirty="0"/>
              <a:t> </a:t>
            </a:r>
            <a:r>
              <a:rPr lang="en-ID" dirty="0" err="1"/>
              <a:t>pengiriman</a:t>
            </a:r>
            <a:r>
              <a:rPr lang="en-ID" dirty="0"/>
              <a:t> </a:t>
            </a:r>
            <a:r>
              <a:rPr lang="en-ID" dirty="0" err="1"/>
              <a:t>kartu</a:t>
            </a:r>
            <a:r>
              <a:rPr lang="en-ID" dirty="0"/>
              <a:t> </a:t>
            </a:r>
            <a:r>
              <a:rPr lang="en-ID" dirty="0" err="1"/>
              <a:t>pos</a:t>
            </a:r>
            <a:r>
              <a:rPr lang="en-ID" dirty="0"/>
              <a:t>; Anda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menulis</a:t>
            </a:r>
            <a:r>
              <a:rPr lang="en-ID" dirty="0"/>
              <a:t> </a:t>
            </a:r>
            <a:r>
              <a:rPr lang="en-ID" dirty="0" err="1"/>
              <a:t>alamat</a:t>
            </a:r>
            <a:r>
              <a:rPr lang="en-ID" dirty="0"/>
              <a:t> </a:t>
            </a:r>
            <a:r>
              <a:rPr lang="en-ID" dirty="0" err="1"/>
              <a:t>tujuan</a:t>
            </a:r>
            <a:r>
              <a:rPr lang="en-ID" dirty="0"/>
              <a:t> </a:t>
            </a:r>
            <a:r>
              <a:rPr lang="en-ID" dirty="0" err="1"/>
              <a:t>lalu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mengirimkannya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perlu</a:t>
            </a:r>
            <a:r>
              <a:rPr lang="en-ID" dirty="0"/>
              <a:t> repot </a:t>
            </a:r>
            <a:r>
              <a:rPr lang="en-ID" dirty="0" err="1"/>
              <a:t>menanyakan</a:t>
            </a:r>
            <a:r>
              <a:rPr lang="en-ID" dirty="0"/>
              <a:t> </a:t>
            </a:r>
            <a:r>
              <a:rPr lang="en-ID" dirty="0" err="1"/>
              <a:t>apakah</a:t>
            </a:r>
            <a:r>
              <a:rPr lang="en-ID" dirty="0"/>
              <a:t> </a:t>
            </a:r>
            <a:r>
              <a:rPr lang="en-ID" dirty="0" err="1"/>
              <a:t>penerimanya</a:t>
            </a:r>
            <a:r>
              <a:rPr lang="en-ID" dirty="0"/>
              <a:t> </a:t>
            </a:r>
            <a:r>
              <a:rPr lang="en-ID" dirty="0" err="1"/>
              <a:t>sedang</a:t>
            </a:r>
            <a:r>
              <a:rPr lang="en-ID" dirty="0"/>
              <a:t> </a:t>
            </a:r>
            <a:r>
              <a:rPr lang="en-ID" dirty="0" err="1"/>
              <a:t>bersiap</a:t>
            </a:r>
            <a:r>
              <a:rPr lang="en-ID" dirty="0"/>
              <a:t>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. </a:t>
            </a:r>
            <a:r>
              <a:rPr lang="en-ID" dirty="0" err="1"/>
              <a:t>Walaupun</a:t>
            </a:r>
            <a:r>
              <a:rPr lang="en-ID" dirty="0"/>
              <a:t> </a:t>
            </a:r>
            <a:r>
              <a:rPr lang="en-ID" dirty="0" err="1"/>
              <a:t>terkesan</a:t>
            </a:r>
            <a:r>
              <a:rPr lang="en-ID" dirty="0"/>
              <a:t> </a:t>
            </a:r>
            <a:r>
              <a:rPr lang="en-ID" dirty="0" err="1"/>
              <a:t>ceroboh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paket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saja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sampai</a:t>
            </a:r>
            <a:r>
              <a:rPr lang="en-ID" dirty="0"/>
              <a:t>, UDP </a:t>
            </a:r>
            <a:r>
              <a:rPr lang="en-ID" dirty="0" err="1"/>
              <a:t>menawarkan</a:t>
            </a:r>
            <a:r>
              <a:rPr lang="en-ID" dirty="0"/>
              <a:t> </a:t>
            </a:r>
            <a:r>
              <a:rPr lang="en-ID" dirty="0" err="1"/>
              <a:t>keunggulan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dimiliki</a:t>
            </a:r>
            <a:r>
              <a:rPr lang="en-ID" dirty="0"/>
              <a:t> TCP, </a:t>
            </a:r>
            <a:r>
              <a:rPr lang="en-ID" dirty="0" err="1"/>
              <a:t>yaitu</a:t>
            </a:r>
            <a:r>
              <a:rPr lang="en-ID" dirty="0"/>
              <a:t> </a:t>
            </a:r>
            <a:r>
              <a:rPr lang="en-ID" dirty="0" err="1"/>
              <a:t>kecepatan</a:t>
            </a:r>
            <a:r>
              <a:rPr lang="en-ID" dirty="0"/>
              <a:t> transfer data yang </a:t>
            </a:r>
            <a:r>
              <a:rPr lang="en-ID" dirty="0" err="1"/>
              <a:t>sangat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memangkas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verifikasi</a:t>
            </a:r>
            <a:r>
              <a:rPr lang="en-ID" dirty="0"/>
              <a:t> </a:t>
            </a:r>
            <a:r>
              <a:rPr lang="en-ID" dirty="0" err="1"/>
              <a:t>koneksi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320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E4A92-5AC4-4B5C-A7A4-645C7F66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Perbandingan TCP VS UDP</a:t>
            </a:r>
            <a:endParaRPr lang="en-ID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EA5436-5FF3-41A8-923C-31F673770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414626"/>
            <a:ext cx="8947150" cy="347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655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44135-E647-4646-B05E-FA9E059AD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Jenis-jenis Socket</a:t>
            </a:r>
            <a:endParaRPr lang="en-ID" dirty="0"/>
          </a:p>
        </p:txBody>
      </p:sp>
      <p:pic>
        <p:nvPicPr>
          <p:cNvPr id="4" name="Google Shape;121;p13" descr="8">
            <a:extLst>
              <a:ext uri="{FF2B5EF4-FFF2-40B4-BE49-F238E27FC236}">
                <a16:creationId xmlns:a16="http://schemas.microsoft.com/office/drawing/2014/main" id="{AD959AEE-6435-41D9-97BA-FFBCAB252A9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rcRect/>
          <a:stretch/>
        </p:blipFill>
        <p:spPr>
          <a:xfrm>
            <a:off x="2358104" y="2093055"/>
            <a:ext cx="7475792" cy="30824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629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15220-F86C-408E-B81C-2A57AC0FD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TERIMAKASIH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40486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96</TotalTime>
  <Words>305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Program Jaringan 4IA24</vt:lpstr>
      <vt:lpstr>Apa itu Socket Programming</vt:lpstr>
      <vt:lpstr>Transmission Control Protocol (TCP)</vt:lpstr>
      <vt:lpstr>User Datagram Protocol (UDP)</vt:lpstr>
      <vt:lpstr>Perbandingan TCP VS UDP</vt:lpstr>
      <vt:lpstr>Jenis-jenis Socket</vt:lpstr>
      <vt:lpstr>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Jaringan 4IA24</dc:title>
  <dc:creator>Asus</dc:creator>
  <cp:lastModifiedBy>Asus</cp:lastModifiedBy>
  <cp:revision>3</cp:revision>
  <dcterms:created xsi:type="dcterms:W3CDTF">2026-04-08T03:07:27Z</dcterms:created>
  <dcterms:modified xsi:type="dcterms:W3CDTF">2026-04-08T04:43:36Z</dcterms:modified>
</cp:coreProperties>
</file>